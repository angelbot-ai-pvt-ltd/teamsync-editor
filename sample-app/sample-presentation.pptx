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</c:v>
                </c:pt>
              </c:strCache>
            </c:strRef>
          </c:tx>
          <c:spPr>
            <a:solidFill>
              <a:srgbClr val="2563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</c:v>
                </c:pt>
                <c:pt idx="1">
                  <c:v>32</c:v>
                </c:pt>
                <c:pt idx="2">
                  <c:v>28</c:v>
                </c:pt>
                <c:pt idx="3">
                  <c:v>15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Q2</c:v>
                </c:pt>
              </c:strCache>
            </c:strRef>
          </c:tx>
          <c:spPr>
            <a:solidFill>
              <a:srgbClr val="10B98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52</c:v>
                </c:pt>
                <c:pt idx="1">
                  <c:v>35</c:v>
                </c:pt>
                <c:pt idx="2">
                  <c:v>31</c:v>
                </c:pt>
                <c:pt idx="3">
                  <c:v>18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Q3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48</c:v>
                </c:pt>
                <c:pt idx="1">
                  <c:v>38</c:v>
                </c:pt>
                <c:pt idx="2">
                  <c:v>29</c:v>
                </c:pt>
                <c:pt idx="3">
                  <c:v>22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Q4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Product A</c:v>
                  </c:pt>
                  <c:pt idx="1">
                    <c:v>Product B</c:v>
                  </c:pt>
                  <c:pt idx="2">
                    <c:v>Product C</c:v>
                  </c:pt>
                  <c:pt idx="3">
                    <c:v>Product D</c:v>
                  </c:pt>
                </c:lvl>
              </c:multiLvlStrCache>
            </c:multiLvl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61</c:v>
                </c:pt>
                <c:pt idx="1">
                  <c:v>42</c:v>
                </c:pt>
                <c:pt idx="2">
                  <c:v>35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563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TeamSync Presentation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Presentations Made Easy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3D4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Presentation for Testing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371600" y="13716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Beautiful Templates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71600" y="1737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designs for any occasion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371600" y="24688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Collaboration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71600" y="2834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together with your team simultaneously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37160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7160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Access from any device, anywhere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6634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1371600" y="4663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Security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71600" y="5029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data stays on your servers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Performance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371600"/>
          <a:ext cx="82296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Overview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Alice Chen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 Manager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Product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Bob Smith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Lead Developer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Carol Davis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UX Designer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David Wilson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Engineer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Quality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Name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Role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Your Dept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E293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 Me!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Started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 your presentation files</a:t>
            </a:r>
            <a:endParaRPr lang="en-US" sz="1800" dirty="0"/>
          </a:p>
          <a:p>
            <a:pPr lvl="1" marL="6858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.pptx, .ppt, and .odp formats</a:t>
            </a:r>
            <a:endParaRPr lang="en-US" sz="1800" dirty="0"/>
          </a:p>
          <a:p>
            <a:pPr marL="3429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Invite your team members</a:t>
            </a:r>
            <a:endParaRPr lang="en-US" sz="1800" dirty="0"/>
          </a:p>
          <a:p>
            <a:pPr lvl="1" marL="6858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via link or email invitation</a:t>
            </a:r>
            <a:endParaRPr lang="en-US" sz="1800" dirty="0"/>
          </a:p>
          <a:p>
            <a:pPr marL="3429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together in real-time</a:t>
            </a:r>
            <a:endParaRPr lang="en-US" sz="1800" dirty="0"/>
          </a:p>
          <a:p>
            <a:pPr lvl="1" marL="6858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changes instantly as they happen</a:t>
            </a:r>
            <a:endParaRPr lang="en-US" sz="1800" dirty="0"/>
          </a:p>
          <a:p>
            <a:pPr marL="3429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 directly from the browser</a:t>
            </a:r>
            <a:endParaRPr lang="en-US" sz="1800" dirty="0"/>
          </a:p>
          <a:p>
            <a:pPr lvl="1" marL="6858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Full-screen presentation mode available</a:t>
            </a:r>
            <a:endParaRPr lang="en-US" sz="1800" dirty="0"/>
          </a:p>
          <a:p>
            <a:pPr marL="342900" indent="-342900">
              <a:spcBef>
                <a:spcPts val="800"/>
              </a:spcBef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to PDF or download as PPTX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B9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3017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editing this presentation!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286000" y="384048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new slides</a:t>
            </a:r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Modify the charts</a:t>
            </a:r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the table data</a:t>
            </a:r>
            <a:pPr algn="l" marL="342900" indent="-342900"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 colors and fonts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TeamSync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TeamSync Presentation Demo</dc:title>
  <dc:subject>Sample Presentation for Testing</dc:subject>
  <dc:creator>TeamSync Presentation</dc:creator>
  <cp:lastModifiedBy>TeamSync Presentation</cp:lastModifiedBy>
  <cp:revision>1</cp:revision>
  <dcterms:created xsi:type="dcterms:W3CDTF">2026-01-04T05:54:03Z</dcterms:created>
  <dcterms:modified xsi:type="dcterms:W3CDTF">2026-01-04T05:54:03Z</dcterms:modified>
</cp:coreProperties>
</file>